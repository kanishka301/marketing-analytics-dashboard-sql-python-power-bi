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74" d="100"/>
          <a:sy n="74" d="100"/>
        </p:scale>
        <p:origin x="5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7/9/2026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17" name="Picture 16">
            <a:extLst>
              <a:ext uri="{FF2B5EF4-FFF2-40B4-BE49-F238E27FC236}">
                <a16:creationId xmlns:a16="http://schemas.microsoft.com/office/drawing/2014/main" id="{BD0BDCF5-8B4D-AF6C-1077-3A71EB5812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2623" y="1304401"/>
            <a:ext cx="7551227" cy="4872562"/>
          </a:xfrm>
          <a:prstGeom prst="rect">
            <a:avLst/>
          </a:prstGeom>
        </p:spPr>
      </p:pic>
      <p:sp>
        <p:nvSpPr>
          <p:cNvPr id="18" name="Oval 17">
            <a:extLst>
              <a:ext uri="{FF2B5EF4-FFF2-40B4-BE49-F238E27FC236}">
                <a16:creationId xmlns:a16="http://schemas.microsoft.com/office/drawing/2014/main" id="{DE0C0CEC-2507-55A5-A704-47F69AE833AD}"/>
              </a:ext>
            </a:extLst>
          </p:cNvPr>
          <p:cNvSpPr/>
          <p:nvPr/>
        </p:nvSpPr>
        <p:spPr>
          <a:xfrm>
            <a:off x="8678174" y="2104845"/>
            <a:ext cx="569343" cy="52511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cxnSp>
        <p:nvCxnSpPr>
          <p:cNvPr id="20" name="Straight Arrow Connector 19">
            <a:extLst>
              <a:ext uri="{FF2B5EF4-FFF2-40B4-BE49-F238E27FC236}">
                <a16:creationId xmlns:a16="http://schemas.microsoft.com/office/drawing/2014/main" id="{A76F001D-2936-446F-581D-61FFC32E94A5}"/>
              </a:ext>
            </a:extLst>
          </p:cNvPr>
          <p:cNvCxnSpPr/>
          <p:nvPr/>
        </p:nvCxnSpPr>
        <p:spPr>
          <a:xfrm>
            <a:off x="11353800" y="3569435"/>
            <a:ext cx="638354" cy="31917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CCFDA093-1056-BB13-8054-0DA82EAD4A1E}"/>
              </a:ext>
            </a:extLst>
          </p:cNvPr>
          <p:cNvSpPr/>
          <p:nvPr/>
        </p:nvSpPr>
        <p:spPr>
          <a:xfrm>
            <a:off x="8220974" y="5089585"/>
            <a:ext cx="914400" cy="7246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19.6%,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F460A658-D93D-1054-564A-E91DA74E4211}"/>
              </a:ext>
            </a:extLst>
          </p:cNvPr>
          <p:cNvPicPr>
            <a:picLocks noChangeAspect="1"/>
          </p:cNvPicPr>
          <p:nvPr/>
        </p:nvPicPr>
        <p:blipFill>
          <a:blip r:embed="rId2"/>
          <a:stretch>
            <a:fillRect/>
          </a:stretch>
        </p:blipFill>
        <p:spPr>
          <a:xfrm>
            <a:off x="6019800" y="2240089"/>
            <a:ext cx="5607287" cy="3453344"/>
          </a:xfrm>
          <a:prstGeom prst="rect">
            <a:avLst/>
          </a:prstGeom>
        </p:spPr>
      </p:pic>
      <p:sp>
        <p:nvSpPr>
          <p:cNvPr id="7" name="Rectangle 6">
            <a:extLst>
              <a:ext uri="{FF2B5EF4-FFF2-40B4-BE49-F238E27FC236}">
                <a16:creationId xmlns:a16="http://schemas.microsoft.com/office/drawing/2014/main" id="{C772F123-B988-7490-6D1C-E26FF1E123BA}"/>
              </a:ext>
            </a:extLst>
          </p:cNvPr>
          <p:cNvSpPr/>
          <p:nvPr/>
        </p:nvSpPr>
        <p:spPr>
          <a:xfrm>
            <a:off x="6771736" y="2240089"/>
            <a:ext cx="457200" cy="3548235"/>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 name="Rectangle 7">
            <a:extLst>
              <a:ext uri="{FF2B5EF4-FFF2-40B4-BE49-F238E27FC236}">
                <a16:creationId xmlns:a16="http://schemas.microsoft.com/office/drawing/2014/main" id="{1A6A1FF3-234C-AB9A-8979-598D1C22D8AE}"/>
              </a:ext>
            </a:extLst>
          </p:cNvPr>
          <p:cNvSpPr/>
          <p:nvPr/>
        </p:nvSpPr>
        <p:spPr>
          <a:xfrm>
            <a:off x="8315864" y="2240089"/>
            <a:ext cx="457201" cy="354823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5" name="Picture 4">
            <a:extLst>
              <a:ext uri="{FF2B5EF4-FFF2-40B4-BE49-F238E27FC236}">
                <a16:creationId xmlns:a16="http://schemas.microsoft.com/office/drawing/2014/main" id="{C5D16E40-6BF1-D501-A8BB-E10B3A215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6734" y="1602535"/>
            <a:ext cx="3682156" cy="2213660"/>
          </a:xfrm>
          <a:prstGeom prst="rect">
            <a:avLst/>
          </a:prstGeom>
        </p:spPr>
      </p:pic>
      <p:cxnSp>
        <p:nvCxnSpPr>
          <p:cNvPr id="10" name="Straight Arrow Connector 9">
            <a:extLst>
              <a:ext uri="{FF2B5EF4-FFF2-40B4-BE49-F238E27FC236}">
                <a16:creationId xmlns:a16="http://schemas.microsoft.com/office/drawing/2014/main" id="{23797C51-734A-38F2-A148-3475922FA3A1}"/>
              </a:ext>
            </a:extLst>
          </p:cNvPr>
          <p:cNvCxnSpPr/>
          <p:nvPr/>
        </p:nvCxnSpPr>
        <p:spPr>
          <a:xfrm>
            <a:off x="8522898" y="2363887"/>
            <a:ext cx="1480527" cy="46557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97ACDCBE-E36D-E334-4837-2F2410D5C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6734" y="4375945"/>
            <a:ext cx="3682156" cy="2213660"/>
          </a:xfrm>
          <a:prstGeom prst="rect">
            <a:avLst/>
          </a:prstGeom>
        </p:spPr>
      </p:pic>
      <p:pic>
        <p:nvPicPr>
          <p:cNvPr id="6" name="Picture 5">
            <a:extLst>
              <a:ext uri="{FF2B5EF4-FFF2-40B4-BE49-F238E27FC236}">
                <a16:creationId xmlns:a16="http://schemas.microsoft.com/office/drawing/2014/main" id="{B0FA2449-246B-0AA0-D32A-826E4D2E2128}"/>
              </a:ext>
            </a:extLst>
          </p:cNvPr>
          <p:cNvPicPr>
            <a:picLocks noChangeAspect="1"/>
          </p:cNvPicPr>
          <p:nvPr/>
        </p:nvPicPr>
        <p:blipFill>
          <a:blip r:embed="rId4"/>
          <a:stretch>
            <a:fillRect/>
          </a:stretch>
        </p:blipFill>
        <p:spPr>
          <a:xfrm>
            <a:off x="6806734" y="4371632"/>
            <a:ext cx="3682156" cy="2213660"/>
          </a:xfrm>
          <a:prstGeom prst="rect">
            <a:avLst/>
          </a:prstGeom>
        </p:spPr>
      </p:pic>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5" name="Picture 4">
            <a:extLst>
              <a:ext uri="{FF2B5EF4-FFF2-40B4-BE49-F238E27FC236}">
                <a16:creationId xmlns:a16="http://schemas.microsoft.com/office/drawing/2014/main" id="{92C71B51-463C-99AA-4315-7F5DCE7A10B3}"/>
              </a:ext>
            </a:extLst>
          </p:cNvPr>
          <p:cNvPicPr>
            <a:picLocks noChangeAspect="1"/>
          </p:cNvPicPr>
          <p:nvPr/>
        </p:nvPicPr>
        <p:blipFill>
          <a:blip r:embed="rId2"/>
          <a:stretch>
            <a:fillRect/>
          </a:stretch>
        </p:blipFill>
        <p:spPr>
          <a:xfrm>
            <a:off x="7298926" y="4118908"/>
            <a:ext cx="3035427" cy="2161572"/>
          </a:xfrm>
          <a:prstGeom prst="rect">
            <a:avLst/>
          </a:prstGeom>
        </p:spPr>
      </p:pic>
      <p:pic>
        <p:nvPicPr>
          <p:cNvPr id="9" name="Picture 8">
            <a:extLst>
              <a:ext uri="{FF2B5EF4-FFF2-40B4-BE49-F238E27FC236}">
                <a16:creationId xmlns:a16="http://schemas.microsoft.com/office/drawing/2014/main" id="{5CA53F2E-2894-2D67-8215-9BF00F60FA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8926" y="2044461"/>
            <a:ext cx="3035427" cy="1777042"/>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174</TotalTime>
  <Words>787</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Kanishka Rani</cp:lastModifiedBy>
  <cp:revision>3</cp:revision>
  <dcterms:created xsi:type="dcterms:W3CDTF">2024-09-03T15:16:05Z</dcterms:created>
  <dcterms:modified xsi:type="dcterms:W3CDTF">2026-07-09T11:31:34Z</dcterms:modified>
</cp:coreProperties>
</file>